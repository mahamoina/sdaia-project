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8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7568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103120"/>
            <a:ext cx="5486400" cy="5486400"/>
          </a:xfrm>
          <a:prstGeom prst="ellipse">
            <a:avLst/>
          </a:prstGeom>
          <a:solidFill>
            <a:srgbClr val="161C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194560" y="4754880"/>
            <a:ext cx="4114800" cy="4114800"/>
          </a:xfrm>
          <a:prstGeom prst="ellipse">
            <a:avLst/>
          </a:prstGeom>
          <a:solidFill>
            <a:srgbClr val="161C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367528" y="1417320"/>
            <a:ext cx="1463040" cy="1463040"/>
          </a:xfrm>
          <a:prstGeom prst="ellipse">
            <a:avLst/>
          </a:prstGeom>
          <a:solidFill>
            <a:srgbClr val="161C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764792"/>
            <a:ext cx="768096" cy="7680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24612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UNIVERSITY RAG ASSISTANT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828800" y="4041648"/>
            <a:ext cx="8531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answers for academic questions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727448" y="4892040"/>
            <a:ext cx="2743200" cy="384048"/>
          </a:xfrm>
          <a:prstGeom prst="rect">
            <a:avLst/>
          </a:prstGeom>
          <a:solidFill>
            <a:srgbClr val="161C4D"/>
          </a:solidFill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727448" y="4892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PROJECT · RAG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answers are out there — but they're hard to find quickly and reliably.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10908792" cy="1298448"/>
          </a:xfrm>
          <a:prstGeom prst="rect">
            <a:avLst/>
          </a:prstGeom>
          <a:solidFill>
            <a:srgbClr val="EEF3FC"/>
          </a:solidFill>
          <a:ln/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24231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5603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22199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Scattered information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74520" y="2587752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policies, course guides, and requirements live across many disconnected documents and PDFs.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538728"/>
            <a:ext cx="10908792" cy="1298448"/>
          </a:xfrm>
          <a:prstGeom prst="rect">
            <a:avLst/>
          </a:prstGeom>
          <a:solidFill>
            <a:srgbClr val="EEF3FC"/>
          </a:solidFill>
          <a:ln/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960120" y="390448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s/exclam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04164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74520" y="370332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AI falls short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74520" y="406908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chatbots often hallucinate or simply lack institution-specific knowledge.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5020056"/>
            <a:ext cx="10908792" cy="1298448"/>
          </a:xfrm>
          <a:prstGeom prst="rect">
            <a:avLst/>
          </a:prstGeom>
          <a:solidFill>
            <a:srgbClr val="EEF3FC"/>
          </a:solidFill>
          <a:ln/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60120" y="538581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icons/ques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552297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5184648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manual search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74520" y="5550408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staff waste time digging through handbooks to answer simple, everyday questions.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RAG Assistant lets you upload your own academic documents. It automatically indexes them and answers natural-language questions — grounded only in your uploaded content.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935224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32688" y="279806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custom .txt documents in seconds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3410712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327355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in plain English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88620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2688" y="3749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sourced directly from your materials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361688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32688" y="422452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with local, offline-capable embeddings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040880" y="1325880"/>
            <a:ext cx="4526280" cy="4846320"/>
          </a:xfrm>
          <a:prstGeom prst="rect">
            <a:avLst/>
          </a:prstGeom>
          <a:solidFill>
            <a:srgbClr val="1E2761"/>
          </a:solidFill>
          <a:ln/>
          <a:effectLst>
            <a:outerShdw blurRad="127000" dist="38100" dir="5400000" algn="bl" rotWithShape="0">
              <a:srgbClr val="1E2761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025128" y="1783080"/>
            <a:ext cx="914400" cy="914400"/>
          </a:xfrm>
          <a:prstGeom prst="ellipse">
            <a:avLst/>
          </a:prstGeom>
          <a:solidFill>
            <a:srgbClr val="161C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0" descr="icons/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6296" y="1984248"/>
            <a:ext cx="512064" cy="51206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406640" y="288036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Retrieval-Augmented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 (RAG)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406640" y="3703320"/>
            <a:ext cx="3794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guessing, the assistant retrieves the most relevant passages from your documents, then asks the language model to answer using only that evidence.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406640" y="544068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hallucinated answers. No outdated web knowledge.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local-first pipeline from interface to answer.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993392" cy="3566160"/>
          </a:xfrm>
          <a:prstGeom prst="rect">
            <a:avLst/>
          </a:prstGeom>
          <a:solidFill>
            <a:srgbClr val="EEF3FC"/>
          </a:solidFill>
          <a:ln/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16736" y="25146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896" y="26517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38328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4297680"/>
            <a:ext cx="1719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interface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834640" y="2148840"/>
            <a:ext cx="1993392" cy="3566160"/>
          </a:xfrm>
          <a:prstGeom prst="rect">
            <a:avLst/>
          </a:prstGeom>
          <a:solidFill>
            <a:srgbClr val="EEF3FC"/>
          </a:solidFill>
          <a:ln/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511296" y="25146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456" y="26517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26080" y="338328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ChromaDB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2971800" y="4297680"/>
            <a:ext cx="1719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 for storage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0" y="2148840"/>
            <a:ext cx="1993392" cy="3566160"/>
          </a:xfrm>
          <a:prstGeom prst="rect">
            <a:avLst/>
          </a:prstGeom>
          <a:solidFill>
            <a:srgbClr val="EEF3FC"/>
          </a:solidFill>
          <a:ln/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705856" y="25146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icons/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3016" y="26517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20640" y="338328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Sentence-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5166360" y="4297680"/>
            <a:ext cx="1719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semantic embeddings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223760" y="2148840"/>
            <a:ext cx="1993392" cy="3566160"/>
          </a:xfrm>
          <a:prstGeom prst="rect">
            <a:avLst/>
          </a:prstGeom>
          <a:solidFill>
            <a:srgbClr val="EEF3FC"/>
          </a:solidFill>
          <a:ln/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900416" y="25146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icons/rob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7576" y="265176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338328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OpenRouter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(gpt-4o-mini)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60920" y="4297680"/>
            <a:ext cx="1719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 generation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9418320" y="2148840"/>
            <a:ext cx="1993392" cy="3566160"/>
          </a:xfrm>
          <a:prstGeom prst="rect">
            <a:avLst/>
          </a:prstGeom>
          <a:solidFill>
            <a:srgbClr val="EEF3FC"/>
          </a:solidFill>
          <a:ln/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10094976" y="25146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icons/pyth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32136" y="265176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509760" y="338328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3.13+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9555480" y="4297680"/>
            <a:ext cx="1719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application language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document to grounded answer in five steps.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298448" y="2148840"/>
            <a:ext cx="676656" cy="67665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up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608" y="2286000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2057400"/>
            <a:ext cx="365760" cy="365760"/>
          </a:xfrm>
          <a:prstGeom prst="rect">
            <a:avLst/>
          </a:prstGeom>
          <a:solidFill>
            <a:srgbClr val="F2A9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" y="301752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3429000"/>
            <a:ext cx="1773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.txt academic documents.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642616" y="2267712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493008" y="2148840"/>
            <a:ext cx="676656" cy="67665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168" y="2286000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86200" y="2057400"/>
            <a:ext cx="365760" cy="365760"/>
          </a:xfrm>
          <a:prstGeom prst="rect">
            <a:avLst/>
          </a:prstGeom>
          <a:solidFill>
            <a:srgbClr val="F2A9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880360" y="301752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944368" y="3429000"/>
            <a:ext cx="1773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split into meaningful segments.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837176" y="2267712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5687568" y="2148840"/>
            <a:ext cx="676656" cy="67665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icons/vect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4728" y="2286000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80760" y="2057400"/>
            <a:ext cx="365760" cy="365760"/>
          </a:xfrm>
          <a:prstGeom prst="rect">
            <a:avLst/>
          </a:prstGeom>
          <a:solidFill>
            <a:srgbClr val="F2A9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074920" y="301752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138928" y="3429000"/>
            <a:ext cx="1773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chunk becomes a semantic vector.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7031736" y="2267712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7882128" y="2148840"/>
            <a:ext cx="676656" cy="67665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9288" y="2286000"/>
            <a:ext cx="402336" cy="40233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275320" y="2057400"/>
            <a:ext cx="365760" cy="365760"/>
          </a:xfrm>
          <a:prstGeom prst="rect">
            <a:avLst/>
          </a:prstGeom>
          <a:solidFill>
            <a:srgbClr val="F2A9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7269480" y="301752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333488" y="3429000"/>
            <a:ext cx="1773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are indexed in ChromaDB.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9226296" y="2267712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8" name="Shape 22"/>
          <p:cNvSpPr/>
          <p:nvPr/>
        </p:nvSpPr>
        <p:spPr>
          <a:xfrm>
            <a:off x="10076688" y="2148840"/>
            <a:ext cx="676656" cy="67665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4" descr="icons/commen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3848" y="2286000"/>
            <a:ext cx="402336" cy="40233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469880" y="2057400"/>
            <a:ext cx="365760" cy="365760"/>
          </a:xfrm>
          <a:prstGeom prst="rect">
            <a:avLst/>
          </a:prstGeom>
          <a:solidFill>
            <a:srgbClr val="F2A9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9464040" y="301752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9528048" y="3429000"/>
            <a:ext cx="1773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chunks are retrieved and gpt-4o-mini writes the answer.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640080" y="5074920"/>
            <a:ext cx="10908792" cy="1005840"/>
          </a:xfrm>
          <a:prstGeom prst="rect">
            <a:avLst/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7"/>
          <p:cNvSpPr/>
          <p:nvPr/>
        </p:nvSpPr>
        <p:spPr>
          <a:xfrm>
            <a:off x="960120" y="5074920"/>
            <a:ext cx="102687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answers backed by evidence from your own institution's materials — not generic web knowledge.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In Action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09344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32688" y="143560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 question about academic systems and courses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569464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" y="239572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instant, context-aware answers from your data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529584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2688" y="335584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new files anytime to expand the knowledge base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4489704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32688" y="431596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answer isn't in your documents, the assistant says so — instead of guessing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349240" y="1810241"/>
            <a:ext cx="6537960" cy="3511839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152400" dist="50800" dir="5400000" algn="bl" rotWithShape="0">
              <a:srgbClr val="1E276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0" descr="screensho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947401"/>
            <a:ext cx="6263640" cy="32375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377440"/>
            <a:ext cx="5029200" cy="5029200"/>
          </a:xfrm>
          <a:prstGeom prst="ellipse">
            <a:avLst/>
          </a:prstGeom>
          <a:solidFill>
            <a:srgbClr val="161C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966960" y="4389120"/>
            <a:ext cx="4572000" cy="4572000"/>
          </a:xfrm>
          <a:prstGeom prst="ellipse">
            <a:avLst/>
          </a:prstGeom>
          <a:solidFill>
            <a:srgbClr val="161C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&amp; What's Next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020824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24128" y="18745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retrieval + generation for accurate, grounded answers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2862072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24128" y="271576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customizable knowledge base per institution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" y="370332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24128" y="355701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embeddings reduce cost and external dependency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30936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2020824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01968" y="18745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more file formats (PDF, DOCX)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09360" y="2862072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01968" y="271576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question answering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309360" y="370332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01968" y="355701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for content management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31520" y="5074920"/>
            <a:ext cx="10725912" cy="1207008"/>
          </a:xfrm>
          <a:prstGeom prst="rect">
            <a:avLst/>
          </a:prstGeom>
          <a:solidFill>
            <a:srgbClr val="161C4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97280" y="54361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97280" y="568756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396</Words>
  <Application>Microsoft Office PowerPoint</Application>
  <PresentationFormat>Widescreen</PresentationFormat>
  <Paragraphs>79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نادية العتيبي</cp:lastModifiedBy>
  <cp:revision>2</cp:revision>
  <dcterms:created xsi:type="dcterms:W3CDTF">2026-08-20T15:30:12Z</dcterms:created>
  <dcterms:modified xsi:type="dcterms:W3CDTF">2026-08-20T15:37:03Z</dcterms:modified>
</cp:coreProperties>
</file>